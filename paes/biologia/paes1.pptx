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389120" cy="4389120"/>
          </a:xfrm>
          <a:prstGeom prst="ellipse">
            <a:avLst/>
          </a:prstGeom>
          <a:solidFill>
            <a:srgbClr val="6D2E4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Y RETROALIMENTACIÓN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 PAES Ciencias — Set 2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correcta, justificación y contenidos para profundizar en cada pregunta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08736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primero el enunciado y trata de resolverlo por tu cuenta.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681728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654296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respuesta correcta y su justificación.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248656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22122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 con los contenidos y datos adicionales de cada tarjeta 'Para profundizar'.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· Física · Química — Temario Regular PAES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función principal de los ribosomas en la célula?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Síntesis de proteínas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ribosomas traducen la información del ARNm en cadenas de aminoácidos, sintetizando proteínas.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ribosomas libres en el citosol (proteínas de uso interno) y ribosomas adheridos al retículo endoplasmático rugoso (proteínas de secreción o de membrana).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 confundas: el RE rugoso transporta y modifica proteínas, y el Golgi las empaqueta; el ribosoma es quien las fabrica.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formados por dos subunidades (mayor y menor) y ARN ribosomal (ARNr); no poseen membrana.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2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las recomendaciones sobre cuidados del sistema nervioso, ¿cuál medida contribuye a su correcto funcionamiento?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Dormir las horas necesarias y evitar traumatismos craneales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lo necesario y prevenir traumatismos son medidas explícitas del temario para el cuidado del sistema nervioso.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sueño es clave para la consolidación de la memoria y la reparación neuronal; dormir poco afecta la atención y el aprendizaje.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Sustancias como el alcohol, la cafeína en exceso y las drogas de abuso alteran la transmisión sináptica y el funcionamiento del sistema nervioso.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 este tema con la sinapsis química: muchas sustancias actúan bloqueando o potenciando la liberación de neurotransmisores.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3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mitosis cumple un rol fundamental en el organismo porque permite: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El crecimiento, desarrollo y reparación de tejidos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mitosis genera células genéticamente idénticas, clave en crecimiento, desarrollo y reparación de tejidos.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mitosis de meiosis: la mitosis mantiene el número cromosómico (2n → 2n) y la meiosis lo reduce a la mitad (2n → n) generando variabilidad.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las fases: profase, metafase, anafase y telofase, y los puntos de control (G1-S, G2-M) que regulan el ciclo celular.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los puntos de control fallan, las células pueden dividirse sin control, lo que se relaciona con el origen del cáncer.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4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nutrición heterótrofa se diferencia de la autótrofa principalmente porque los heterótrofos: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Obtienen materia orgánica consumiendo otros organismos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heterótrofos no sintetizan materia orgánica propia, por lo que la obtienen consumiendo otros seres vivos.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autótrofos (como las plantas) son la base de las cadenas tróficas, ya que fijan energía solar en materia orgánica mediante fotosíntesis.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 este concepto con el flujo de energía y el reciclaje de carbono y oxígeno entre fotosíntesis y respiración celular.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heterótrofos: consumidores (herbívoros, carnívoros) y descomponedores (hongos, bacterias).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F4E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5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rayo de luz pasa de un medio menos denso a uno más denso, ¿qué ocurre con su dirección?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Se refracta, acercándose a la normal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pasar a un medio más denso, la luz reduce su rapidez y se refracta acercándose a la normal.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de menos denso a más denso, el rayo se 'dobla hacia adentro' (se acerca a la normal); en el caso inverso, se aleja.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ejemplo cotidiano es un lápiz que parece 'quebrarse' al introducirlo parcialmente en un vaso con agua.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fenómeno es la base del funcionamiento de lentes convergentes y divergentes, y de instrumentos como prismáticos y telescopios refractores.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F4E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6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relatividad de Galileo, aplicada a movimientos rectilíneos uniformes, establece que: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Las leyes de la física son las mismas en todos los sistemas de referencia inerciales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Galileo, las leyes de la mecánica clásica son equivalentes en todo sistema de referencia inercial.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confundas con la relatividad de Einstein: la constancia de la velocidad de la luz y la dilatación del tiempo son ideas de la relatividad especial, no de Galileo.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sistema de referencia inercial (velocidad constante), las velocidades se suman de forma simple (adición clásica de velocidades).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clásico: lanzar una pelota dentro de un tren en movimiento uniforme se comporta igual que lanzarla estando en reposo.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F4E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7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las principales consecuencias de la tectónica de placas en zonas de subducción 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La formación de cordilleras volcánicas y la ocurrencia de sismos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zonas de subducción se libera energía en forma de sismos y se forman cordilleras volcánicas.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se ubica en el 'Cinturón de Fuego del Pacífico', una zona de alta actividad sísmica y volcánica por subducción de placas.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los tres tipos de límites de placas: convergentes (subducción, choque), divergentes (dorsales oceánicas) y transformantes (fallas como San Andrés).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 este contenido con la teoría de la deriva continental de Wegener, precursora de la tectónica de placas.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F4E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8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eléctrica consumida por un dispositivo se puede calcular mediante la expresión: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 = V·I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eléctrica es el producto entre el voltaje y la corriente: P = V·I.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energía consumida se obtiene multiplicando la potencia por el tiempo: E = P·t (por eso las cuentas de luz se miden en kWh).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esta fórmula con la Ley de Ohm (V = I·R) para despejar potencia en función de la resistencia: P = I²·R = V²/R.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concepto se relaciona con la eficiencia energética de electrodomésticos y su etiquetado (A+++, B, C, etc.).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8A4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9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separar los componentes de una mezcla homogénea de dos líquidos con distinto punto de ebullición, se usa: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Destilación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destilación separa líquidos miscibles aprovechando sus diferentes puntos de ebullición.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cuándo usar cada método: filtración (sólido-líquido), decantación (líquidos inmiscibles o sólido-líquido por densidad), tamizado (sólidos de distinto tamaño).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destilación se basa en evaporar selectivamente el componente más volátil y luego condensarlo.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real: la destilación se usa para purificar agua, producir alcohol y refinar petróleo.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8A4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10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átomo posee 17 protones y 18 neutrones. ¿Cuál es su número másico?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35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másico es la suma de protones y neutrones: 17 + 18 = 35.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confundas número atómico (Z = protones) con número másico (A = protones + neutrones).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neutrones a partir de A y Z: neutrones = A − Z.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el número de neutrones manteniendo el mismo Z, se forman isótopos del mismo elemento.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8A4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11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hidrocarburos que poseen al menos un anillo bencénico se clasifican como: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Aromáticos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hidrocarburos aromáticos contienen al menos un anillo bencénico, como el benceno.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general: alifáticos (cadena abierta: alcanos, alquenos, alquinos), cíclicos (anillos no aromáticos) y aromáticos (con anillo bencénico).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benceno (C6H6) tiene enlaces deslocalizados que le dan estabilidad especial, distinta a los dobles enlaces comunes.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compuestos aromáticos son la base de muchos solventes, plásticos y fármacos.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8A4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12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compuesto tiene masa molar 60 g/mol y contiene 24 g de carbono por mol. ¿Qué % en masa de carbono tiene?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40%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%masa = (masa del elemento / masa molar total) × 100 = (24/60) × 100 = 40%.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fórmula es la base del análisis porcentual de compuestos, tema muy ligado a la fórmula empírica y molecular.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el proceso inverso: a partir de porcentajes en masa, obtener la fórmula empírica de un compuesto.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usar siempre la masa molar total del compuesto como denominador, no la masa de otro elemento.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3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13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de la manipulación genética en la industria alimentaria permite, por ejemplo: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Modificar organismos para mejorar resistencia a plagas o rendimiento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manipulación genética permite generar organismos con características mejoradas, como resistencia a plagas.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temario también menciona aplicaciones en detergentes, vestuario y fármacos (ej. insulina recombinante producida por bacterias modificadas).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organismos se conocen como transgénicos u OGM (organismos genéticamente modificados).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tema con debate social y ético: investiga argumentos a favor y en contra para preguntas de análisis o evaluación.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F4E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14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telescopio que utiliza un espejo cóncavo para captar y concentrar la luz se denomina: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Telescopio reflector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telescopio reflector usa espejos cóncavos para captar y concentrar la luz.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telescopio refractor, en cambio, usa lentes (no espejos) para enfocar la luz.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radiotelescopios captan ondas de radio del espacio, no luz visible; también suelen usar 'platos' reflectores parabólicos.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2F4E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el comportamiento de espejos cóncavos y convexos, y cómo varía la imagen según la posición del objeto respecto al foco y centro de curvatura.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8A4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65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15 / 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diluye una solución de 2 M hasta obtener 500 mL de una nueva solución de 0,4 M. ¿Cuál era el volumen inicial usado?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3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8308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100 mL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712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M1·V1 = M2·V2: V1 = (0,4 × 500) / 2 = 100 mL.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FBF7EF"/>
          </a:solidFill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PARA PROFUNDIZAR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70248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96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 dilución M1·V1 = M2·V2 se basa en que los moles de soluto no cambian al diluir, solo el volumen.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828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confundas concentración molar (mol/L de solución) con concentración molal (mol/kg de solvente).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696712"/>
            <a:ext cx="128016" cy="128016"/>
          </a:xfrm>
          <a:prstGeom prst="ellipse">
            <a:avLst/>
          </a:prstGeom>
          <a:solidFill>
            <a:srgbClr val="8A4B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también con unidades de concentración física (%m/m, %m/v, %v/v y ppm), otro tema recurrente del temario.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retroalimentación · Ensayo PAES Ciencias Set 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2026-09-03T10:48:17Z</dcterms:created>
  <dcterms:modified xsi:type="dcterms:W3CDTF">2026-09-03T10:48:17Z</dcterms:modified>
</cp:coreProperties>
</file>