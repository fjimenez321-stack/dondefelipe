
<file path=[Content_Types].xml><?xml version="1.0" encoding="utf-8"?>
<Types xmlns="http://schemas.openxmlformats.org/package/2006/content-types">
  <Default Extension="glb" ContentType="model/gltf.binary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A982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Producción y formato</c:v>
                </c:pt>
                <c:pt idx="1">
                  <c:v>Comunicación científica</c:v>
                </c:pt>
                <c:pt idx="2">
                  <c:v>Investigación y profundidad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B-4536-8D16-01E70EDE7D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1E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5F1E8"/>
    </a:solidFill>
    <a:ln>
      <a:noFill/>
    </a:ln>
    <a:effectLst/>
  </c:spPr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81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PARA LA CIUDADANÍA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de Mitigación y Adaptación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al Cambio Climático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B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audiovisual  ·  Investigación en profundidad de una acción climática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005840" cy="0"/>
          </a:xfrm>
          <a:prstGeom prst="line">
            <a:avLst/>
          </a:prstGeom>
          <a:noFill/>
          <a:ln w="19050">
            <a:solidFill>
              <a:srgbClr val="A9825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 ·  Indicaciones de producción  ·  Pauta de evaluación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Earth's currents">
                <a:extLst>
                  <a:ext uri="{FF2B5EF4-FFF2-40B4-BE49-F238E27FC236}">
                    <a16:creationId xmlns:a16="http://schemas.microsoft.com/office/drawing/2014/main" id="{B92D81AC-D2EF-92A6-02A0-FA929FE30A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7563091"/>
                  </p:ext>
                </p:extLst>
              </p:nvPr>
            </p:nvGraphicFramePr>
            <p:xfrm>
              <a:off x="8211392" y="3188755"/>
              <a:ext cx="3028428" cy="297128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028428" cy="2971287"/>
                    </a:xfrm>
                    <a:prstGeom prst="rect">
                      <a:avLst/>
                    </a:prstGeom>
                  </am3d:spPr>
                  <am3d:camera>
                    <am3d:pos x="0" y="0" z="8096559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9982" d="1000000"/>
                    <am3d:preTrans dx="111125" dy="-17739637" dz="4147"/>
                    <am3d:scale>
                      <am3d:sx n="1000000" d="1000000"/>
                      <am3d:sy n="1000000" d="1000000"/>
                      <am3d:sz n="1000000" d="1000000"/>
                    </am3d:scale>
                    <am3d:rot ax="-9421841" ay="839748" az="-1044883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140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Earth's currents">
                <a:extLst>
                  <a:ext uri="{FF2B5EF4-FFF2-40B4-BE49-F238E27FC236}">
                    <a16:creationId xmlns:a16="http://schemas.microsoft.com/office/drawing/2014/main" id="{B92D81AC-D2EF-92A6-02A0-FA929FE30A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11392" y="3188755"/>
                <a:ext cx="3028428" cy="297128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cambio climático y sus ecosistemas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aumento de la temperatura global altera regímenes de lluvia, disponibilidad de agua, frecuencia de eventos extremos y distribución de especies. Estos cambios ya afectan ecosistemas terrestres, costeros y marinos en todo el planeta, incluido Chile.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33756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6" name="Image 0" descr="icon_globe_bron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11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Fenómeno global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causas y consecuencias trascienden fronteras y afectan a todos los ecosistemas.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333756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0" name="Image 1" descr="icon_water_bron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11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ya presentes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Sequías, olas de calor y pérdida de biodiversidad ya son observables en Chile.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333756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4" name="Image 2" descr="icon_leaf_bron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611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respuesta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humanidad responde por dos vías complementarias: mitigar y adaptarse.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enera_un_video_background_sob">
            <a:hlinkClick r:id="" action="ppaction://media"/>
            <a:extLst>
              <a:ext uri="{FF2B5EF4-FFF2-40B4-BE49-F238E27FC236}">
                <a16:creationId xmlns:a16="http://schemas.microsoft.com/office/drawing/2014/main" id="{D40196A0-A636-00E1-3757-6B1F14352C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59437"/>
            <a:ext cx="12496716" cy="702940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respuestas, un mismo desafío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685800" cy="685800"/>
          </a:xfrm>
          <a:prstGeom prst="ellipse">
            <a:avLst/>
          </a:prstGeom>
          <a:solidFill>
            <a:srgbClr val="E3D9C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_leaf_bron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596" y="22997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67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MITIGACIÓN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34440" y="30632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que atacan la causa del problema: reducen o evitan la emisión de gases de efecto invernadero.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34440" y="4233672"/>
            <a:ext cx="4251960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234440" y="443484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Energías renovables (solar, eólica)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Reforestación y sumideros de carbono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y matriz energética limpia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E3D9C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icon_shield_bron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556" y="22997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67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ADAPTACIÓN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629400" y="30632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que reducen la vulnerabilidad frente a efectos del cambio climático que ya están ocurriendo.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29400" y="4233672"/>
            <a:ext cx="4251960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6629400" y="443484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de humedales costeros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Riego tecnificado y gestión hídrica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 y cultivos resistentes a sequía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100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5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0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3D Model 20" descr="Decrepit Tree">
                <a:extLst>
                  <a:ext uri="{FF2B5EF4-FFF2-40B4-BE49-F238E27FC236}">
                    <a16:creationId xmlns:a16="http://schemas.microsoft.com/office/drawing/2014/main" id="{1E34D8B4-CDCD-DD0B-7490-C7DB980E70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4578373"/>
                  </p:ext>
                </p:extLst>
              </p:nvPr>
            </p:nvGraphicFramePr>
            <p:xfrm>
              <a:off x="7588603" y="370668"/>
              <a:ext cx="6082592" cy="703106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082592" cy="7031062"/>
                    </a:xfrm>
                    <a:prstGeom prst="rect">
                      <a:avLst/>
                    </a:prstGeom>
                  </am3d:spPr>
                  <am3d:camera>
                    <am3d:pos x="0" y="0" z="732121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48679" d="1000000"/>
                    <am3d:preTrans dx="984044" dy="-16256842" dz="1081717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4538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3D Model 20" descr="Decrepit Tree">
                <a:extLst>
                  <a:ext uri="{FF2B5EF4-FFF2-40B4-BE49-F238E27FC236}">
                    <a16:creationId xmlns:a16="http://schemas.microsoft.com/office/drawing/2014/main" id="{1E34D8B4-CDCD-DD0B-7490-C7DB980E70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8603" y="370668"/>
                <a:ext cx="6082592" cy="703106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Investigan y explican UNA acción concreta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grupos, elegirán una sola acción —de mitigación o de adaptación— y la investigarán en profundidad para producir un video breve que explique cómo funciona y por qué es efectiva.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icon_search_bron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17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y clasificar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97280" y="411480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Seleccionan una acción específica e identifican si es de mitigación o de adaptación.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69748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663440" y="2926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2" name="Image 1" descr="icon_cogs_bron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17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 el funcionamiento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Profundizan en el proceso técnico, biológico o de ingeniería detrás de la acción.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269748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8229600" y="2926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7" name="Image 2" descr="icon_users_bron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017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Producir en equipo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0" y="411480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Graban un video de 3 a 5 minutos, con roles definidos para cada integrante.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" y="5897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 </a:t>
            </a:r>
            <a:r>
              <a:rPr lang="en-US" sz="13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4 integrantes   ·   </a:t>
            </a:r>
            <a:r>
              <a:rPr lang="en-US" sz="1300" b="1" dirty="0">
                <a:solidFill>
                  <a:srgbClr val="2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 </a:t>
            </a:r>
            <a:r>
              <a:rPr lang="en-US" sz="13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minutos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7" dur="2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 mostrar el video?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234440" y="2295144"/>
            <a:ext cx="731520" cy="731520"/>
          </a:xfrm>
          <a:prstGeom prst="ellipse">
            <a:avLst/>
          </a:prstGeom>
          <a:solidFill>
            <a:srgbClr val="E3D9C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_cogs_bron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780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1965960"/>
            <a:ext cx="23774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92040" y="1965960"/>
            <a:ext cx="6172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la acción elegida: el proceso técnico, biológico o de ingeniería que la hace posible. Es el corazón del video.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538728"/>
            <a:ext cx="10515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234440" y="3867912"/>
            <a:ext cx="731520" cy="731520"/>
          </a:xfrm>
          <a:prstGeom prst="ellipse">
            <a:avLst/>
          </a:prstGeom>
          <a:solidFill>
            <a:srgbClr val="E3D9C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_chart_bron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0507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3538728"/>
            <a:ext cx="23774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éxito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92040" y="3538728"/>
            <a:ext cx="6172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cifras o casos reales —en Chile o el mundo— que demuestren que la acción es efectiva.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5111496"/>
            <a:ext cx="10515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1234440" y="5440680"/>
            <a:ext cx="731520" cy="731520"/>
          </a:xfrm>
          <a:prstGeom prst="ellipse">
            <a:avLst/>
          </a:prstGeom>
          <a:solidFill>
            <a:srgbClr val="E3D9C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icon_warning_bron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623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5111496"/>
            <a:ext cx="23774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892040" y="5111496"/>
            <a:ext cx="6172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desafío, costo o condición necesaria para que la acción funcione: mirada crítica, no solo promoción.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sugerida del video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594360" cy="594360"/>
          </a:xfrm>
          <a:prstGeom prst="ellipse">
            <a:avLst/>
          </a:prstGeom>
          <a:solidFill>
            <a:srgbClr val="A982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 el problema climático y la acción elegida, indicando si es mitigación o adaptación.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2232" y="3575304"/>
            <a:ext cx="164592" cy="164592"/>
          </a:xfrm>
          <a:prstGeom prst="ellipse">
            <a:avLst/>
          </a:prstGeom>
          <a:solidFill>
            <a:srgbClr val="A982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2E2B26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594360" cy="594360"/>
          </a:xfrm>
          <a:prstGeom prst="ellipse">
            <a:avLst/>
          </a:prstGeom>
          <a:solidFill>
            <a:srgbClr val="A982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B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Explican el funcionamiento de la acción y presentan evidencia de su efectividad.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08392" y="3575304"/>
            <a:ext cx="164592" cy="164592"/>
          </a:xfrm>
          <a:prstGeom prst="ellipse">
            <a:avLst/>
          </a:prstGeom>
          <a:solidFill>
            <a:srgbClr val="A982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955280" y="201168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229600" y="2331720"/>
            <a:ext cx="594360" cy="594360"/>
          </a:xfrm>
          <a:prstGeom prst="ellipse">
            <a:avLst/>
          </a:prstGeom>
          <a:solidFill>
            <a:srgbClr val="A9825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2296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3154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361188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Comentan limitaciones o desafíos y cierran con una conclusión o proyección.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DE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evalúa el video?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puntos distribuidos en tres dimensiones — la investigación y profundidad concentra el mayor peso.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29499405"/>
              </p:ext>
            </p:extLst>
          </p:nvPr>
        </p:nvGraphicFramePr>
        <p:xfrm>
          <a:off x="822960" y="2057400"/>
          <a:ext cx="66751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0574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7973568" y="21671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8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pts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73568" y="2459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y profundidad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73568" y="2715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de la acción, evidencia de éxito y limitaciones.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0" y="32918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7973568" y="3401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8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73568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científica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73568" y="3950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correcta, fundamentación y vocabulario técnico.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0" y="45262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E2B26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7973568" y="46360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8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pts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73568" y="4928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formato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73568" y="5184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calidad audiovisual, trabajo en equipo y plazos.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clipboard_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0515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grabar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26517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Confirmen con el docente la acción elegida, evitando repetirla con otro grupo.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que exista suficiente información técnica confiable para profundizar.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Consulten la pauta de evaluación completa antes de guionizar el video.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19050">
            <a:solidFill>
              <a:srgbClr val="A9825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2296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r>
              <a:rPr lang="en-US" sz="1200" dirty="0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Ecosistemas</a:t>
            </a:r>
            <a:r>
              <a:rPr lang="en-US" sz="1200" dirty="0">
                <a:solidFill>
                  <a:srgbClr val="9C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Mitigación y Adaptación frente al Cambio Climático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585</Words>
  <Application>Microsoft Office PowerPoint</Application>
  <PresentationFormat>Widescreen</PresentationFormat>
  <Paragraphs>83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Jiménez</cp:lastModifiedBy>
  <cp:revision>4</cp:revision>
  <dcterms:created xsi:type="dcterms:W3CDTF">2026-08-17T11:09:29Z</dcterms:created>
  <dcterms:modified xsi:type="dcterms:W3CDTF">2026-08-17T11:51:50Z</dcterms:modified>
</cp:coreProperties>
</file>