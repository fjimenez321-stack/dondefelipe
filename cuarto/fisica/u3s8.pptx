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2377440" cy="237744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1463040" cy="146304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· CIENCIAS NATURALES · REPASO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Calor y su Rol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el Clima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repaso + actividad conceptual grupal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para repasar y aplicar lo que ya aprendimos sobre el calor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24328" cy="4251960"/>
          </a:xfrm>
          <a:prstGeom prst="roundRect">
            <a:avLst>
              <a:gd name="adj" fmla="val 4878"/>
            </a:avLst>
          </a:prstGeom>
          <a:solidFill>
            <a:srgbClr val="FDE7E7"/>
          </a:solidFill>
          <a:ln/>
        </p:spPr>
      </p:sp>
      <p:sp>
        <p:nvSpPr>
          <p:cNvPr id="5" name="Shape 3"/>
          <p:cNvSpPr/>
          <p:nvPr/>
        </p:nvSpPr>
        <p:spPr>
          <a:xfrm>
            <a:off x="1517904" y="22174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517904" y="22174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Repaso relámpago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388620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8862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48056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Activamos los conceptos clave vistos en la clase anterior.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83864" y="1874520"/>
            <a:ext cx="2624328" cy="4251960"/>
          </a:xfrm>
          <a:prstGeom prst="roundRect">
            <a:avLst>
              <a:gd name="adj" fmla="val 4878"/>
            </a:avLst>
          </a:prstGeom>
          <a:solidFill>
            <a:srgbClr val="E7E9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2217420"/>
            <a:ext cx="868680" cy="8686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22174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21024" y="3337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Ejercicios de cálculo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32504" y="388620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032504" y="38862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85032" y="448056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Practicamos Q = m·c·ΔT y el despeje de la temperatura final.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27648" y="1874520"/>
            <a:ext cx="2624328" cy="4251960"/>
          </a:xfrm>
          <a:prstGeom prst="roundRect">
            <a:avLst>
              <a:gd name="adj" fmla="val 4878"/>
            </a:avLst>
          </a:prstGeom>
          <a:solidFill>
            <a:srgbClr val="FDE7E7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5472" y="221742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205472" y="22174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64808" y="3337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Actividad grupal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76288" y="388620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38862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28816" y="448056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Analizamos el clima desde la física, en equipos.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71432" y="1874520"/>
            <a:ext cx="2624328" cy="4251960"/>
          </a:xfrm>
          <a:prstGeom prst="roundRect">
            <a:avLst>
              <a:gd name="adj" fmla="val 4878"/>
            </a:avLst>
          </a:prstGeom>
          <a:solidFill>
            <a:srgbClr val="E7E9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49256" y="2217420"/>
            <a:ext cx="868680" cy="8686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9256" y="22174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308592" y="333756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Puesta en común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20072" y="388620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38862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72600" y="448056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comparte sus conclusiones con el curso.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Repaso relámpago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practicar, refresquemos las ideas clave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394A93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23545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891540" y="2354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9476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en tránsito entre cuerpos con distinta T°.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394A93"/>
          </a:solidFill>
          <a:ln/>
        </p:spPr>
      </p:sp>
      <p:sp>
        <p:nvSpPr>
          <p:cNvPr id="10" name="Shape 8"/>
          <p:cNvSpPr/>
          <p:nvPr/>
        </p:nvSpPr>
        <p:spPr>
          <a:xfrm>
            <a:off x="4594860" y="23545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4594860" y="2354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9476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Temperatura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32120" y="246888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agitación de las partículas.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394A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8180" y="23545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8298180" y="2354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35440" y="19476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Transferencia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35440" y="246888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Conducción, convección y radiación.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394A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91540" y="46405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" y="4640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42336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Calor específico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828800" y="475488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"huella térmica" de cada material.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394A93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4860" y="46405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6" name="Text 24"/>
          <p:cNvSpPr/>
          <p:nvPr/>
        </p:nvSpPr>
        <p:spPr>
          <a:xfrm>
            <a:off x="4594860" y="4640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42336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 = m·c·ΔT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532120" y="475488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central para calcular el calor.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394A93"/>
          </a:solidFill>
          <a:ln/>
        </p:spPr>
      </p:sp>
      <p:sp>
        <p:nvSpPr>
          <p:cNvPr id="30" name="Shape 28"/>
          <p:cNvSpPr/>
          <p:nvPr/>
        </p:nvSpPr>
        <p:spPr>
          <a:xfrm>
            <a:off x="8298180" y="46405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1" name="Text 29"/>
          <p:cNvSpPr/>
          <p:nvPr/>
        </p:nvSpPr>
        <p:spPr>
          <a:xfrm>
            <a:off x="8298180" y="46405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35440" y="42336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Tf = Ti ± Q/(m·c)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235440" y="475488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despejar la temperatura final.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Ejercicios de repaso — Conceptos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y justifica con tus propias palabras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FDE7E7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755648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o falso: el calor y la temperatura son lo mismo. Justifica tu respuesta.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E7E9F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752344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752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596896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mecanismo de transferencia de calor no necesita un medio material? Da un ejemplo cotidiano.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93592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FDE7E7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374904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593592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objetos tienen la misma masa pero distinto calor específico y reciben la misma cantidad de calor. ¿Cuál cambia más su temperatura? ¿Por qué?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E7E9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4745736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590288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que el calor específico del agua sea mucho más alto que el de los metales?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586984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FDE7E7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" y="574243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5742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86984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el concepto de convección, explica cómo se calienta el agua dentro de una olla.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Ejercicios de repaso — Cálculo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Q = m · c · ΔT  y  Tf = Ti ± Q/(m·c)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755648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calor necesario para elevar 350 g de aceite desde 18 °C hasta 90 °C. (c aceite = 2,0 J/g·°C)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FDE7E7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752344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752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596896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bloque de cobre de 400 g absorbe 6.000 J estando a 22 °C. ¿Cuál es su temperatura final? (c cobre = 0,39 J/g·°C)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93592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E7E9F5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37490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593592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muestra de aluminio de 250 g libera 4.500 J y termina a 15 °C. ¿Cuál era su temperatura inicial? (c aluminio = 0,90 J/g·°C)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FDE7E7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4745736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590288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kg de agua y 1 kg de arena reciben 10.000 J cada uno. ¿Cuál sube más su temperatura? Calcula el ΔT de ambos. (c agua = 4,18; c arena = 0,83)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586984"/>
            <a:ext cx="10881360" cy="877824"/>
          </a:xfrm>
          <a:prstGeom prst="roundRect">
            <a:avLst>
              <a:gd name="adj" fmla="val 12500"/>
            </a:avLst>
          </a:prstGeom>
          <a:solidFill>
            <a:srgbClr val="E7E9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" y="574243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5742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586984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capacidad calorífica de un objeto de hierro de 2 kg. (c hierro = 0,45 J/g·°C)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2926080" cy="292608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Actividad: el clima desde la física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usaremos lo que sabemos sobre el calor para entender fenómenos climáticos reales.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698480" cy="3383280"/>
          </a:xfrm>
          <a:prstGeom prst="roundRect">
            <a:avLst>
              <a:gd name="adj" fmla="val 4324"/>
            </a:avLst>
          </a:prstGeom>
          <a:solidFill>
            <a:srgbClr val="394A9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Instrucciones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79576" y="32369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179576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3246120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 grupos de 3 a 4 personas.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79576" y="37673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79576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3776472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uno de los casos climáticos de la siguiente diapositiva.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79576" y="42976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17957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306824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Analícenlo usando los conceptos de calor, calor específico y transferencia de calor.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79576" y="482803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1179576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4837176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Respondan las preguntas guía (diapositiva siguiente) por escrito.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79576" y="535838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1179576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5367528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Preparen una explicación breve (2 minutos) para compartir con el curso.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Casos a analizar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uno como grupo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DE7E7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18516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" y="18516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A. Clima costero vs. continental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las ciudades cercanas al mar tienen veranos e inviernos más suaves que las del interior?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E7E9F5"/>
          </a:solidFill>
          <a:ln/>
        </p:spPr>
      </p:sp>
      <p:sp>
        <p:nvSpPr>
          <p:cNvPr id="10" name="Shape 8"/>
          <p:cNvSpPr/>
          <p:nvPr/>
        </p:nvSpPr>
        <p:spPr>
          <a:xfrm>
            <a:off x="6560820" y="185166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18516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98080" y="1874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B. Corrientes oceánicas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agua se mueve por convección, transportando calor por el planeta (ej. la Corriente de Humboldt). ¿Cómo influye esto en el clima de Chile?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DE7E7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" y="445770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" y="44577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74520" y="44805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C. Efecto invernadero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53492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radiación solar llega a la Tierra y parte del calor queda atrapado en la atmósfera. ¿Qué mecanismo de transferencia de calor explica esto?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E7E9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0820" y="445770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560820" y="44577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98080" y="44805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D. Islas de calor urbano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asfalto y el concreto se calientan mucho más que las zonas con vegetación o agua. ¿Qué relación tiene esto con el calor específico?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Preguntas guía para tu análisis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Úsalas para estructurar la explicación de tu grupo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345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345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182880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mecanismo(s) de transferencia de calor están presentes en tu caso?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DE7E7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2689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68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306324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papel juega el calor específico de las sustancias involucradas (agua, tierra, aire, materiales urbanos)?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E7E9F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45034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034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429768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pasaría si esas condiciones cambiaran (más agua, menos vegetación, más gases de efecto invernadero)?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DE7E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57378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737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74520" y="553212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conecta tu caso con el cambio climático actual?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Puesta en común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F9E79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46304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presenta su caso en 2 minutos.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escuchas a los demás grupos, toma notas: ¿qué mecanismo de transferencia de calor usaron y qué concepto clave explicaron?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66160" cy="56692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3200400"/>
            <a:ext cx="3657600" cy="56692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3200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transferencia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3200400"/>
            <a:ext cx="3657600" cy="566928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3200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67328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376732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376732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334256"/>
            <a:ext cx="3566160" cy="566928"/>
          </a:xfrm>
          <a:prstGeom prst="rect">
            <a:avLst/>
          </a:prstGeom>
          <a:solidFill>
            <a:srgbClr val="E7E9F5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4334256"/>
            <a:ext cx="3657600" cy="566928"/>
          </a:xfrm>
          <a:prstGeom prst="rect">
            <a:avLst/>
          </a:prstGeom>
          <a:solidFill>
            <a:srgbClr val="E7E9F5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4334256"/>
            <a:ext cx="3657600" cy="566928"/>
          </a:xfrm>
          <a:prstGeom prst="rect">
            <a:avLst/>
          </a:prstGeom>
          <a:solidFill>
            <a:srgbClr val="E7E9F5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901184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90118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490118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468112"/>
            <a:ext cx="3566160" cy="566928"/>
          </a:xfrm>
          <a:prstGeom prst="rect">
            <a:avLst/>
          </a:prstGeom>
          <a:solidFill>
            <a:srgbClr val="E7E9F5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5468112"/>
            <a:ext cx="3657600" cy="566928"/>
          </a:xfrm>
          <a:prstGeom prst="rect">
            <a:avLst/>
          </a:prstGeom>
          <a:solidFill>
            <a:srgbClr val="E7E9F5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5468112"/>
            <a:ext cx="3657600" cy="566928"/>
          </a:xfrm>
          <a:prstGeom prst="rect">
            <a:avLst/>
          </a:prstGeom>
          <a:solidFill>
            <a:srgbClr val="E7E9F5"/>
          </a:solidFill>
          <a:ln w="12700">
            <a:solidFill>
              <a:srgbClr val="D8D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2926080" cy="29260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 recordar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clima terrestre depende en gran parte del comportamiento térmico del agua.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786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3288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conducción, la convección y la radiación explican fenómenos climáticos a distintas escalas.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374136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alto calor específico del agua modera las temperaturas costeras y oceánicas.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26110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215384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Pequeños cambios en la transferencia de calor (como más gases de efecto invernadero) pueden tener grandes efectos climáticos.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023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0566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física del calor es una herramienta clave para entender y explicar el cambio climático.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2026-09-02T12:23:06Z</dcterms:created>
  <dcterms:modified xsi:type="dcterms:W3CDTF">2026-09-02T12:23:06Z</dcterms:modified>
</cp:coreProperties>
</file>